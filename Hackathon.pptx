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erriweather" panose="000005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B36"/>
    <a:srgbClr val="061A35"/>
    <a:srgbClr val="0917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028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520D83-6DA1-D034-9DEF-3EA9DE32A37B}"/>
              </a:ext>
            </a:extLst>
          </p:cNvPr>
          <p:cNvSpPr/>
          <p:nvPr/>
        </p:nvSpPr>
        <p:spPr>
          <a:xfrm>
            <a:off x="12556274" y="7588406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F39ED-B41E-ED27-DAF8-4E318157B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0"/>
            <a:ext cx="14630400" cy="823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A237C9-FCB5-448B-D7BC-2B2ED6BA4F78}"/>
              </a:ext>
            </a:extLst>
          </p:cNvPr>
          <p:cNvSpPr/>
          <p:nvPr/>
        </p:nvSpPr>
        <p:spPr>
          <a:xfrm>
            <a:off x="10091669" y="7442911"/>
            <a:ext cx="3624331" cy="546409"/>
          </a:xfrm>
          <a:prstGeom prst="rect">
            <a:avLst/>
          </a:prstGeom>
          <a:solidFill>
            <a:srgbClr val="061A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61B36"/>
              </a:solidFill>
              <a:highlight>
                <a:srgbClr val="808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979F9-820B-A51A-510A-C7C2BDAD0BA7}"/>
              </a:ext>
            </a:extLst>
          </p:cNvPr>
          <p:cNvSpPr txBox="1"/>
          <p:nvPr/>
        </p:nvSpPr>
        <p:spPr>
          <a:xfrm>
            <a:off x="11414927" y="7334692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Nisha Saini</a:t>
            </a:r>
          </a:p>
        </p:txBody>
      </p:sp>
    </p:spTree>
    <p:extLst>
      <p:ext uri="{BB962C8B-B14F-4D97-AF65-F5344CB8AC3E}">
        <p14:creationId xmlns:p14="http://schemas.microsoft.com/office/powerpoint/2010/main" val="166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1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28418"/>
            <a:ext cx="774494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Welcome to Edu-ease.ai :  Revolutionizing Education with AI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9886" y="4312444"/>
            <a:ext cx="7416403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Edu-ease.ai is a one-stop, AI-driven educational platform. We offer comprehensive features for learners and educators. Our goal is to revolutionize the way we learn and innovate, making education accessible and engaging for everyone.</a:t>
            </a:r>
            <a:endParaRPr lang="en-US" sz="1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040164-B2D5-6A73-5DB3-15BBE0BF7205}"/>
              </a:ext>
            </a:extLst>
          </p:cNvPr>
          <p:cNvSpPr/>
          <p:nvPr/>
        </p:nvSpPr>
        <p:spPr>
          <a:xfrm>
            <a:off x="12556274" y="7588406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168" y="4041953"/>
            <a:ext cx="1282993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Unleash Your Creativity with AI Playground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729984" y="5413534"/>
            <a:ext cx="400014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Effortless Website Building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9984" y="6228359"/>
            <a:ext cx="615029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 websites effortlessly with proper file structures. Our platform offers tailored no-code tools for creative development.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115495" y="541353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Rapid Prototyping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5735" y="6228359"/>
            <a:ext cx="615029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rapid prototyping and professional results. Perfect for bringing your ideas to life quickly and efficiently.</a:t>
            </a:r>
            <a:endParaRPr lang="en-US" sz="19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4A9ECC-B5AF-4637-A465-E269ED679A3E}"/>
              </a:ext>
            </a:extLst>
          </p:cNvPr>
          <p:cNvSpPr/>
          <p:nvPr/>
        </p:nvSpPr>
        <p:spPr>
          <a:xfrm>
            <a:off x="12578576" y="7599557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The Rise of AI Chatbots in Modern Communication - Vegavid Technology">
            <a:extLst>
              <a:ext uri="{FF2B5EF4-FFF2-40B4-BE49-F238E27FC236}">
                <a16:creationId xmlns:a16="http://schemas.microsoft.com/office/drawing/2014/main" id="{61ADFAEC-9A04-7232-E9A4-5769CD73C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358" y="709882"/>
            <a:ext cx="11370033" cy="2624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488" y="674370"/>
            <a:ext cx="7429024" cy="153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Master DSA with CodeNeoxys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857488" y="2848808"/>
            <a:ext cx="551259" cy="551259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04" y="2894767"/>
            <a:ext cx="367427" cy="459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53659" y="2848808"/>
            <a:ext cx="2795945" cy="76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Interactive Challenges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1653659" y="3761303"/>
            <a:ext cx="2795945" cy="195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Solve Data Structures &amp; Algorithms (DSA) questions in an interactive environment.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694515" y="2848808"/>
            <a:ext cx="551259" cy="551259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432" y="2894767"/>
            <a:ext cx="367427" cy="459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0686" y="2848808"/>
            <a:ext cx="27959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Adaptive Learning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5490686" y="3378518"/>
            <a:ext cx="2795945" cy="195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Adaptive problem-solving environment tailors to your skill level, enhancing learning.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857488" y="6241613"/>
            <a:ext cx="551259" cy="551259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04" y="6287572"/>
            <a:ext cx="367427" cy="459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53659" y="6241613"/>
            <a:ext cx="3062645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Feedback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653659" y="6771323"/>
            <a:ext cx="6632853" cy="783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 coding with real-time feedback and challenges, designed to boost proficiency.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117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302" y="3064312"/>
            <a:ext cx="10497383" cy="627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Elevate Code Quality with AI Code Reviewer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02" y="4028599"/>
            <a:ext cx="502325" cy="5023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06485" y="3993475"/>
            <a:ext cx="251174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Quality Analysis</a:t>
            </a:r>
            <a:endParaRPr lang="en-US" sz="19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02" y="5168860"/>
            <a:ext cx="502325" cy="5023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06485" y="5133737"/>
            <a:ext cx="251174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Improved Standards</a:t>
            </a:r>
            <a:endParaRPr lang="en-US" sz="19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02" y="6309122"/>
            <a:ext cx="502325" cy="50232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06485" y="6273998"/>
            <a:ext cx="2511743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Optimization Tips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714453" y="7037427"/>
            <a:ext cx="1322379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Automated code quality analysis and rating provided. Improves coding standards and troubleshooting. Provides suggestions for optimizing performance and readability.</a:t>
            </a:r>
            <a:endParaRPr lang="en-US" sz="1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ED829E-DEDA-E939-6EF6-35994ED54928}"/>
              </a:ext>
            </a:extLst>
          </p:cNvPr>
          <p:cNvSpPr/>
          <p:nvPr/>
        </p:nvSpPr>
        <p:spPr>
          <a:xfrm>
            <a:off x="12567425" y="7599557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40343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 Hackathons Near You with Hackathon Arena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876550"/>
            <a:ext cx="2150388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459" y="3370540"/>
            <a:ext cx="347067" cy="433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1003" y="3123367"/>
            <a:ext cx="247900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 Events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261003" y="3656886"/>
            <a:ext cx="247900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Discover hackathons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137535" y="4283273"/>
            <a:ext cx="10505718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</p:sp>
      <p:sp>
        <p:nvSpPr>
          <p:cNvPr id="8" name="Shape 5"/>
          <p:cNvSpPr/>
          <p:nvPr/>
        </p:nvSpPr>
        <p:spPr>
          <a:xfrm>
            <a:off x="863798" y="4421862"/>
            <a:ext cx="4300895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712" y="4915853"/>
            <a:ext cx="347067" cy="433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1510" y="4668679"/>
            <a:ext cx="2192655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 Easily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411510" y="5202198"/>
            <a:ext cx="219265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 online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288042" y="5828586"/>
            <a:ext cx="8355211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</p:sp>
      <p:sp>
        <p:nvSpPr>
          <p:cNvPr id="13" name="Shape 9"/>
          <p:cNvSpPr/>
          <p:nvPr/>
        </p:nvSpPr>
        <p:spPr>
          <a:xfrm>
            <a:off x="863798" y="5967174"/>
            <a:ext cx="6451402" cy="1421963"/>
          </a:xfrm>
          <a:prstGeom prst="roundRect">
            <a:avLst>
              <a:gd name="adj" fmla="val 7291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66" y="6461165"/>
            <a:ext cx="347067" cy="4338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2017" y="6213991"/>
            <a:ext cx="328564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 &amp; Collaborate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7562017" y="6747510"/>
            <a:ext cx="328564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Join Communities</a:t>
            </a:r>
            <a:endParaRPr lang="en-US" sz="1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77098A-A902-6C87-582F-BDD1E8E3A88B}"/>
              </a:ext>
            </a:extLst>
          </p:cNvPr>
          <p:cNvSpPr/>
          <p:nvPr/>
        </p:nvSpPr>
        <p:spPr>
          <a:xfrm>
            <a:off x="12567425" y="7588406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38676"/>
            <a:ext cx="129028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 Documents into Dynamic Quizzes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1601629" y="344709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Upload Docs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3980617"/>
            <a:ext cx="3823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Upload Study materials.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874883"/>
            <a:ext cx="4515922" cy="4515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1611" y="3608784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943267" y="344709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Extracts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943267" y="3980617"/>
            <a:ext cx="382333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pulls concepts.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180" y="2874883"/>
            <a:ext cx="4515922" cy="45159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23553" y="3993118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1" name="Text 7"/>
          <p:cNvSpPr/>
          <p:nvPr/>
        </p:nvSpPr>
        <p:spPr>
          <a:xfrm>
            <a:off x="9943267" y="589014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Quizzes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943267" y="6423660"/>
            <a:ext cx="382333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custom quiz.</a:t>
            </a:r>
            <a:endParaRPr lang="en-US" sz="1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874883"/>
            <a:ext cx="4515922" cy="45159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39219" y="6195060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5" name="Text 10"/>
          <p:cNvSpPr/>
          <p:nvPr/>
        </p:nvSpPr>
        <p:spPr>
          <a:xfrm>
            <a:off x="1545431" y="5890141"/>
            <a:ext cx="314158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Personalize Learning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63798" y="6423660"/>
            <a:ext cx="3823216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Improve retention.</a:t>
            </a:r>
            <a:endParaRPr lang="en-US" sz="1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180" y="2874883"/>
            <a:ext cx="4515922" cy="45159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7277" y="5810726"/>
            <a:ext cx="369213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9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9EEFF4-1E05-7BD4-E8E7-D1FBC0489B5A}"/>
              </a:ext>
            </a:extLst>
          </p:cNvPr>
          <p:cNvSpPr/>
          <p:nvPr/>
        </p:nvSpPr>
        <p:spPr>
          <a:xfrm>
            <a:off x="12578576" y="7588406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600" y="658654"/>
            <a:ext cx="7467600" cy="22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Stunning Visuals and Content with AI Generator</a:t>
            </a:r>
            <a:endParaRPr lang="en-US" sz="4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263146"/>
            <a:ext cx="1197531" cy="14369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81342" y="3502581"/>
            <a:ext cx="299382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Graphics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7881342" y="4020383"/>
            <a:ext cx="5910858" cy="383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AI-powered tools.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4700111"/>
            <a:ext cx="1197531" cy="143696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81342" y="4939546"/>
            <a:ext cx="299382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Content</a:t>
            </a:r>
            <a:endParaRPr lang="en-US" sz="2350" dirty="0"/>
          </a:p>
        </p:txBody>
      </p:sp>
      <p:sp>
        <p:nvSpPr>
          <p:cNvPr id="9" name="Text 4"/>
          <p:cNvSpPr/>
          <p:nvPr/>
        </p:nvSpPr>
        <p:spPr>
          <a:xfrm>
            <a:off x="7881342" y="5457349"/>
            <a:ext cx="5910858" cy="383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Generate Copy quickly.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6137077"/>
            <a:ext cx="1197531" cy="14369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81342" y="6376511"/>
            <a:ext cx="299382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Edit and Refine</a:t>
            </a:r>
            <a:endParaRPr lang="en-US" sz="2350" dirty="0"/>
          </a:p>
        </p:txBody>
      </p:sp>
      <p:sp>
        <p:nvSpPr>
          <p:cNvPr id="12" name="Text 6"/>
          <p:cNvSpPr/>
          <p:nvPr/>
        </p:nvSpPr>
        <p:spPr>
          <a:xfrm>
            <a:off x="7881342" y="6894314"/>
            <a:ext cx="5910858" cy="383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Customize results.</a:t>
            </a:r>
            <a:endParaRPr lang="en-US" sz="18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13184E-94F0-7999-57F4-257431EC82AD}"/>
              </a:ext>
            </a:extLst>
          </p:cNvPr>
          <p:cNvSpPr/>
          <p:nvPr/>
        </p:nvSpPr>
        <p:spPr>
          <a:xfrm>
            <a:off x="12589727" y="7599557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582579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Unlock Your Potential with Edu-ease.ai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3495318"/>
            <a:ext cx="35848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255" y="3757374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Centralized Tools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2255" y="4290893"/>
            <a:ext cx="30607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Seamless learning.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3495318"/>
            <a:ext cx="35848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3924" y="3757374"/>
            <a:ext cx="3060740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Innovation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443924" y="4290893"/>
            <a:ext cx="30607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Powered by AI.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5194578"/>
            <a:ext cx="741640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2255" y="5456634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Unlock Potential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12255" y="5990153"/>
            <a:ext cx="689229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Easy and efficient.</a:t>
            </a:r>
            <a:endParaRPr lang="en-US" sz="1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EBEF0C-D802-47AA-5E9A-5192EC1B83D7}"/>
              </a:ext>
            </a:extLst>
          </p:cNvPr>
          <p:cNvSpPr/>
          <p:nvPr/>
        </p:nvSpPr>
        <p:spPr>
          <a:xfrm>
            <a:off x="12589727" y="7599557"/>
            <a:ext cx="1951463" cy="546409"/>
          </a:xfrm>
          <a:prstGeom prst="rect">
            <a:avLst/>
          </a:prstGeom>
          <a:solidFill>
            <a:srgbClr val="09171E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292</Words>
  <Application>Microsoft Office PowerPoint</Application>
  <PresentationFormat>Custom</PresentationFormat>
  <Paragraphs>62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Akshit Padha</cp:lastModifiedBy>
  <cp:revision>5</cp:revision>
  <dcterms:created xsi:type="dcterms:W3CDTF">2025-04-12T11:14:51Z</dcterms:created>
  <dcterms:modified xsi:type="dcterms:W3CDTF">2025-04-17T11:20:43Z</dcterms:modified>
</cp:coreProperties>
</file>